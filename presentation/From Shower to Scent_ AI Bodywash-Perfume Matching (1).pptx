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b4-0272-8f36-8000-00001f6d47ea.png?kimi-sig=yEQfpQw1k7ypbn6dMNwDhFUFs82oAalO-FFPv2Qv1ys" id="17" name="Google Shape;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4277225" y="667750"/>
            <a:ext cx="9547200" cy="263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6497075" y="1443775"/>
            <a:ext cx="5107500" cy="16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/>
              <a:t>Fragrance4u</a:t>
            </a:r>
            <a:endParaRPr b="1" sz="600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bf-19c2-88fc-8000-000095adba81.png?kimi-sig=ljoWRwzDDK5a5FYTzSjYUfqzeZfAnSFrUCnrKyuSZzs"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/>
          <p:nvPr/>
        </p:nvSpPr>
        <p:spPr>
          <a:xfrm>
            <a:off x="1804725" y="938475"/>
            <a:ext cx="884400" cy="12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b9-1c02-877f-8000-0000c1a11326.png?kimi-sig=mYVD-bU2dPQ-sXmEdHVUUOd8Tp7TzlkNBvhvZo56fKc" id="32" name="Google Shape;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c3-5132-89f9-8000-00007f3c5779.png?kimi-sig=g6pSH7oPl6IS5DIjOO06fINcAwqMxsM-yuvUS-1nhR8" id="38" name="Google Shape;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c5-b872-8d51-8000-000095dde9a3.png?kimi-sig=0e823oi_Z9be0yscrk6cWe4KZsod5kWOBF50ZQBgcQ4" id="44" name="Google Shape;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c0-6e52-8e78-8000-0000a1cda237.png?kimi-sig=7fc9GIXYj1HLW355Qu_ugvlvpvSX2gCRHdPbvonAkKc" id="50" name="Google Shape;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d5-9a82-87b0-8000-0000b89825ee.png?kimi-sig=diMYvYgKnkVB0ML9_ydRhCSV5KUsXtLml8Ehi9rtPSg" id="56" name="Google Shape;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d1-71a2-81f0-8000-00005edac197.png?kimi-sig=qkSkLgeVh-DFiqHeOk12rveo6bhllUHZ2JWtcM-Et-o" id="62" name="Google Shape;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d1-2302-804b-8000-000097b84721.png?kimi-sig=68DOE5yl_2fNHhzs7HJ8ZaxyNwgEycjV05ZC-4AwDhE" id="68" name="Google Shape;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d2-d392-8031-8000-000071df17af.png?kimi-sig=tjUhwarF6GjmLBunNkfFYIh93V4Y72H_y9S5ed2zuA4" id="74" name="Google Shape;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d9-7862-8723-8000-00003f8aac40.png?kimi-sig=3bjcXv7D5dSya84mJaZf-WqmKfEEQaEVcgtyn58piTI" id="80" name="Google Shape;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19afd0de-8cf2-8a1c-8000-0000da394a5a.png?kimi-sig=qP2e938Vz7JVFej_2y-6FJAZUCs87fRyFftnrVC5Tpo"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